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Git &amp; GitHub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20040" y="1417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1051560"/>
            <a:ext cx="27432" cy="2011680"/>
          </a:xfrm>
          <a:prstGeom prst="rect">
            <a:avLst/>
          </a:prstGeom>
          <a:solidFill>
            <a:srgbClr val="238636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051560"/>
            <a:ext cx="1691640" cy="201168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50800" dist="127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051560"/>
            <a:ext cx="1691640" cy="45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1325880"/>
            <a:ext cx="594360" cy="594360"/>
          </a:xfrm>
          <a:prstGeom prst="ellipse">
            <a:avLst/>
          </a:prstGeom>
          <a:solidFill>
            <a:srgbClr val="58A6FF">
              <a:alpha val="8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6192" y="144475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0574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8680" y="23774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828800"/>
            <a:ext cx="228600" cy="2286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71800" y="1051560"/>
            <a:ext cx="1691640" cy="201168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50800" dist="12700" dir="810000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971800" y="1051560"/>
            <a:ext cx="1691640" cy="4572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4" name="Shape 10"/>
          <p:cNvSpPr/>
          <p:nvPr/>
        </p:nvSpPr>
        <p:spPr>
          <a:xfrm>
            <a:off x="3520440" y="1325880"/>
            <a:ext cx="594360" cy="594360"/>
          </a:xfrm>
          <a:prstGeom prst="ellipse">
            <a:avLst/>
          </a:prstGeom>
          <a:solidFill>
            <a:srgbClr val="D29922">
              <a:alpha val="80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312" y="144475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971800" y="20574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2971800" y="23774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modify files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828800"/>
            <a:ext cx="228600" cy="2286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074920" y="1051560"/>
            <a:ext cx="1691640" cy="201168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50800" dist="127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074920" y="1051560"/>
            <a:ext cx="1691640" cy="457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1" name="Shape 15"/>
          <p:cNvSpPr/>
          <p:nvPr/>
        </p:nvSpPr>
        <p:spPr>
          <a:xfrm>
            <a:off x="5623560" y="1325880"/>
            <a:ext cx="594360" cy="594360"/>
          </a:xfrm>
          <a:prstGeom prst="ellipse">
            <a:avLst/>
          </a:prstGeom>
          <a:solidFill>
            <a:srgbClr val="BC8CFF">
              <a:alpha val="80000"/>
            </a:srgbClr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2432" y="1444752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074920" y="20574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5074920" y="23774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</a:t>
            </a:r>
            <a:endParaRPr lang="en-US" sz="11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1828800"/>
            <a:ext cx="228600" cy="22860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7178040" y="1051560"/>
            <a:ext cx="1691640" cy="201168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50800" dist="12700" dir="8100000">
              <a:srgbClr val="000000">
                <a:alpha val="18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7178040" y="1051560"/>
            <a:ext cx="1691640" cy="45720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28" name="Shape 20"/>
          <p:cNvSpPr/>
          <p:nvPr/>
        </p:nvSpPr>
        <p:spPr>
          <a:xfrm>
            <a:off x="7726680" y="1325880"/>
            <a:ext cx="594360" cy="594360"/>
          </a:xfrm>
          <a:prstGeom prst="ellipse">
            <a:avLst/>
          </a:prstGeom>
          <a:solidFill>
            <a:srgbClr val="238636">
              <a:alpha val="80000"/>
            </a:srgbClr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5552" y="1444752"/>
            <a:ext cx="365760" cy="36576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178040" y="20574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600" dirty="0"/>
          </a:p>
        </p:txBody>
      </p:sp>
      <p:sp>
        <p:nvSpPr>
          <p:cNvPr id="31" name="Text 22"/>
          <p:cNvSpPr/>
          <p:nvPr/>
        </p:nvSpPr>
        <p:spPr>
          <a:xfrm>
            <a:off x="7178040" y="23774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endParaRPr lang="en-US" sz="11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2272" y="3154680"/>
            <a:ext cx="228600" cy="22860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320040" y="3840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900" dirty="0"/>
          </a:p>
        </p:txBody>
      </p:sp>
      <p:sp>
        <p:nvSpPr>
          <p:cNvPr id="34" name="Shape 24"/>
          <p:cNvSpPr/>
          <p:nvPr/>
        </p:nvSpPr>
        <p:spPr>
          <a:xfrm>
            <a:off x="566928" y="3520440"/>
            <a:ext cx="27432" cy="1508760"/>
          </a:xfrm>
          <a:prstGeom prst="rect">
            <a:avLst/>
          </a:prstGeom>
          <a:solidFill>
            <a:srgbClr val="58A6FF">
              <a:alpha val="50000"/>
            </a:srgbClr>
          </a:solidFill>
          <a:ln/>
        </p:spPr>
      </p:sp>
      <p:sp>
        <p:nvSpPr>
          <p:cNvPr id="35" name="Shape 25"/>
          <p:cNvSpPr/>
          <p:nvPr/>
        </p:nvSpPr>
        <p:spPr>
          <a:xfrm>
            <a:off x="7178040" y="3520440"/>
            <a:ext cx="1691640" cy="150876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50800" dist="12700" dir="8100000">
              <a:srgbClr val="000000">
                <a:alpha val="18000"/>
              </a:srgbClr>
            </a:outerShdw>
          </a:effectLst>
        </p:spPr>
      </p:sp>
      <p:sp>
        <p:nvSpPr>
          <p:cNvPr id="36" name="Shape 26"/>
          <p:cNvSpPr/>
          <p:nvPr/>
        </p:nvSpPr>
        <p:spPr>
          <a:xfrm>
            <a:off x="7178040" y="3520440"/>
            <a:ext cx="1691640" cy="457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37" name="Shape 27"/>
          <p:cNvSpPr/>
          <p:nvPr/>
        </p:nvSpPr>
        <p:spPr>
          <a:xfrm>
            <a:off x="7726680" y="3703320"/>
            <a:ext cx="594360" cy="594360"/>
          </a:xfrm>
          <a:prstGeom prst="ellipse">
            <a:avLst/>
          </a:prstGeom>
          <a:solidFill>
            <a:srgbClr val="BC8CFF">
              <a:alpha val="80000"/>
            </a:srgbClr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45552" y="3822192"/>
            <a:ext cx="365760" cy="36576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178040" y="4343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500" dirty="0"/>
          </a:p>
        </p:txBody>
      </p:sp>
      <p:sp>
        <p:nvSpPr>
          <p:cNvPr id="40" name="Text 29"/>
          <p:cNvSpPr/>
          <p:nvPr/>
        </p:nvSpPr>
        <p:spPr>
          <a:xfrm>
            <a:off x="7178040" y="45994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</a:t>
            </a:r>
            <a:endParaRPr lang="en-US" sz="1000" dirty="0"/>
          </a:p>
        </p:txBody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H="1">
            <a:off x="6812280" y="3931920"/>
            <a:ext cx="228600" cy="228600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5074920" y="3520440"/>
            <a:ext cx="1691640" cy="150876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50800" dist="12700" dir="8100000">
              <a:srgbClr val="000000">
                <a:alpha val="18000"/>
              </a:srgbClr>
            </a:outerShdw>
          </a:effectLst>
        </p:spPr>
      </p:sp>
      <p:sp>
        <p:nvSpPr>
          <p:cNvPr id="43" name="Shape 31"/>
          <p:cNvSpPr/>
          <p:nvPr/>
        </p:nvSpPr>
        <p:spPr>
          <a:xfrm>
            <a:off x="5074920" y="3520440"/>
            <a:ext cx="1691640" cy="45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4" name="Shape 32"/>
          <p:cNvSpPr/>
          <p:nvPr/>
        </p:nvSpPr>
        <p:spPr>
          <a:xfrm>
            <a:off x="5623560" y="3703320"/>
            <a:ext cx="594360" cy="594360"/>
          </a:xfrm>
          <a:prstGeom prst="ellipse">
            <a:avLst/>
          </a:prstGeom>
          <a:solidFill>
            <a:srgbClr val="58A6FF">
              <a:alpha val="80000"/>
            </a:srgbClr>
          </a:solidFill>
          <a:ln/>
        </p:spPr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42432" y="3822192"/>
            <a:ext cx="365760" cy="365760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5074920" y="4343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500" dirty="0"/>
          </a:p>
        </p:txBody>
      </p:sp>
      <p:sp>
        <p:nvSpPr>
          <p:cNvPr id="47" name="Text 34"/>
          <p:cNvSpPr/>
          <p:nvPr/>
        </p:nvSpPr>
        <p:spPr>
          <a:xfrm>
            <a:off x="5074920" y="45994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000" dirty="0"/>
          </a:p>
        </p:txBody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H="1">
            <a:off x="4709160" y="3931920"/>
            <a:ext cx="228600" cy="228600"/>
          </a:xfrm>
          <a:prstGeom prst="rect">
            <a:avLst/>
          </a:prstGeom>
        </p:spPr>
      </p:pic>
      <p:sp>
        <p:nvSpPr>
          <p:cNvPr id="49" name="Shape 35"/>
          <p:cNvSpPr/>
          <p:nvPr/>
        </p:nvSpPr>
        <p:spPr>
          <a:xfrm>
            <a:off x="2971800" y="3520440"/>
            <a:ext cx="1691640" cy="150876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50800" dist="12700" dir="8100000">
              <a:srgbClr val="000000">
                <a:alpha val="18000"/>
              </a:srgbClr>
            </a:outerShdw>
          </a:effectLst>
        </p:spPr>
      </p:sp>
      <p:sp>
        <p:nvSpPr>
          <p:cNvPr id="50" name="Shape 36"/>
          <p:cNvSpPr/>
          <p:nvPr/>
        </p:nvSpPr>
        <p:spPr>
          <a:xfrm>
            <a:off x="2971800" y="3520440"/>
            <a:ext cx="1691640" cy="4572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51" name="Shape 37"/>
          <p:cNvSpPr/>
          <p:nvPr/>
        </p:nvSpPr>
        <p:spPr>
          <a:xfrm>
            <a:off x="3520440" y="3703320"/>
            <a:ext cx="594360" cy="594360"/>
          </a:xfrm>
          <a:prstGeom prst="ellipse">
            <a:avLst/>
          </a:prstGeom>
          <a:solidFill>
            <a:srgbClr val="D29922">
              <a:alpha val="80000"/>
            </a:srgbClr>
          </a:solidFill>
          <a:ln/>
        </p:spPr>
      </p:sp>
      <p:pic>
        <p:nvPicPr>
          <p:cNvPr id="5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39312" y="3822192"/>
            <a:ext cx="365760" cy="365760"/>
          </a:xfrm>
          <a:prstGeom prst="rect">
            <a:avLst/>
          </a:prstGeom>
        </p:spPr>
      </p:pic>
      <p:sp>
        <p:nvSpPr>
          <p:cNvPr id="53" name="Text 38"/>
          <p:cNvSpPr/>
          <p:nvPr/>
        </p:nvSpPr>
        <p:spPr>
          <a:xfrm>
            <a:off x="2971800" y="4343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500" dirty="0"/>
          </a:p>
        </p:txBody>
      </p:sp>
      <p:sp>
        <p:nvSpPr>
          <p:cNvPr id="54" name="Text 39"/>
          <p:cNvSpPr/>
          <p:nvPr/>
        </p:nvSpPr>
        <p:spPr>
          <a:xfrm>
            <a:off x="2971800" y="45994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on GitHub</a:t>
            </a:r>
            <a:endParaRPr lang="en-US" sz="1000" dirty="0"/>
          </a:p>
        </p:txBody>
      </p:sp>
      <p:pic>
        <p:nvPicPr>
          <p:cNvPr id="5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flipH="1">
            <a:off x="2606040" y="3931920"/>
            <a:ext cx="228600" cy="228600"/>
          </a:xfrm>
          <a:prstGeom prst="rect">
            <a:avLst/>
          </a:prstGeom>
        </p:spPr>
      </p:pic>
      <p:sp>
        <p:nvSpPr>
          <p:cNvPr id="56" name="Shape 40"/>
          <p:cNvSpPr/>
          <p:nvPr/>
        </p:nvSpPr>
        <p:spPr>
          <a:xfrm>
            <a:off x="868680" y="3520440"/>
            <a:ext cx="1691640" cy="1508760"/>
          </a:xfrm>
          <a:prstGeom prst="rect">
            <a:avLst/>
          </a:prstGeom>
          <a:solidFill>
            <a:srgbClr val="1C2128"/>
          </a:solidFill>
          <a:ln/>
          <a:effectLst>
            <a:outerShdw sx="100000" sy="100000" kx="0" ky="0" algn="bl" rotWithShape="0" blurRad="50800" dist="12700" dir="8100000">
              <a:srgbClr val="000000">
                <a:alpha val="18000"/>
              </a:srgbClr>
            </a:outerShdw>
          </a:effectLst>
        </p:spPr>
      </p:sp>
      <p:sp>
        <p:nvSpPr>
          <p:cNvPr id="57" name="Shape 41"/>
          <p:cNvSpPr/>
          <p:nvPr/>
        </p:nvSpPr>
        <p:spPr>
          <a:xfrm>
            <a:off x="868680" y="3520440"/>
            <a:ext cx="1691640" cy="45720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58" name="Shape 42"/>
          <p:cNvSpPr/>
          <p:nvPr/>
        </p:nvSpPr>
        <p:spPr>
          <a:xfrm>
            <a:off x="1417320" y="3703320"/>
            <a:ext cx="594360" cy="594360"/>
          </a:xfrm>
          <a:prstGeom prst="ellipse">
            <a:avLst/>
          </a:prstGeom>
          <a:solidFill>
            <a:srgbClr val="238636">
              <a:alpha val="80000"/>
            </a:srgbClr>
          </a:solidFill>
          <a:ln/>
        </p:spPr>
      </p:sp>
      <p:pic>
        <p:nvPicPr>
          <p:cNvPr id="5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6192" y="3822192"/>
            <a:ext cx="365760" cy="365760"/>
          </a:xfrm>
          <a:prstGeom prst="rect">
            <a:avLst/>
          </a:prstGeom>
        </p:spPr>
      </p:pic>
      <p:sp>
        <p:nvSpPr>
          <p:cNvPr id="60" name="Text 43"/>
          <p:cNvSpPr/>
          <p:nvPr/>
        </p:nvSpPr>
        <p:spPr>
          <a:xfrm>
            <a:off x="868680" y="4343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500" dirty="0"/>
          </a:p>
        </p:txBody>
      </p:sp>
      <p:sp>
        <p:nvSpPr>
          <p:cNvPr id="61" name="Text 44"/>
          <p:cNvSpPr/>
          <p:nvPr/>
        </p:nvSpPr>
        <p:spPr>
          <a:xfrm>
            <a:off x="868680" y="45994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 on GitHub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Workflow</dc:title>
  <dc:subject>PptxGenJS Presentation</dc:subject>
  <dc:creator>PptxGenJS</dc:creator>
  <cp:lastModifiedBy>PptxGenJS</cp:lastModifiedBy>
  <cp:revision>1</cp:revision>
  <dcterms:created xsi:type="dcterms:W3CDTF">2026-03-05T14:40:46Z</dcterms:created>
  <dcterms:modified xsi:type="dcterms:W3CDTF">2026-03-05T14:40:46Z</dcterms:modified>
</cp:coreProperties>
</file>